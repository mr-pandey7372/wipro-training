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-2049683" y="1458261"/>
            <a:ext cx="21759394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933450" y="2696608"/>
            <a:ext cx="10910528" cy="338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Introduction to Git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034034" y="1371069"/>
            <a:ext cx="4937760" cy="493776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>
            <a:off x="0" y="1458261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9258300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831" y="2763421"/>
            <a:ext cx="477955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9"/>
              </a:lnSpc>
              <a:spcBef>
                <a:spcPct val="0"/>
              </a:spcBef>
            </a:pPr>
            <a:r>
              <a:rPr lang="en-US" b="true" sz="3399" spc="33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7661" y="3844184"/>
            <a:ext cx="7342398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Git is </a:t>
            </a: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distributed version control system.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It helps developers track changes in source code.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Allows multiple people to work on the same project.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Created by Linus Torvalds.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-2049683" y="1458261"/>
            <a:ext cx="10105972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1708818" y="8666374"/>
            <a:ext cx="9709818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831" y="2763421"/>
            <a:ext cx="683696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9"/>
              </a:lnSpc>
              <a:spcBef>
                <a:spcPct val="0"/>
              </a:spcBef>
            </a:pPr>
            <a:r>
              <a:rPr lang="en-US" b="true" sz="3399" spc="33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GIT IS IMPORTANT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7661" y="3844184"/>
            <a:ext cx="7342398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Tracks complete history of </a:t>
            </a: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project.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Enables teamwork without code conflicts.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ovides backup and recovery.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upports branching and merging.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-1708818" y="8666374"/>
            <a:ext cx="9709818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2049683" y="1458261"/>
            <a:ext cx="10050683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7537" y="650541"/>
            <a:ext cx="5115561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Basic Git Concepts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-2049683" y="1458261"/>
            <a:ext cx="21759394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08267" y="7013194"/>
            <a:ext cx="1668353" cy="1668353"/>
          </a:xfrm>
          <a:custGeom>
            <a:avLst/>
            <a:gdLst/>
            <a:ahLst/>
            <a:cxnLst/>
            <a:rect r="r" b="b" t="t" l="l"/>
            <a:pathLst>
              <a:path h="1668353" w="1668353">
                <a:moveTo>
                  <a:pt x="0" y="0"/>
                </a:moveTo>
                <a:lnTo>
                  <a:pt x="1668353" y="0"/>
                </a:lnTo>
                <a:lnTo>
                  <a:pt x="1668353" y="1668353"/>
                </a:lnTo>
                <a:lnTo>
                  <a:pt x="0" y="16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03705" y="6938593"/>
            <a:ext cx="1817555" cy="1817555"/>
          </a:xfrm>
          <a:custGeom>
            <a:avLst/>
            <a:gdLst/>
            <a:ahLst/>
            <a:cxnLst/>
            <a:rect r="r" b="b" t="t" l="l"/>
            <a:pathLst>
              <a:path h="1817555" w="1817555">
                <a:moveTo>
                  <a:pt x="0" y="0"/>
                </a:moveTo>
                <a:lnTo>
                  <a:pt x="1817555" y="0"/>
                </a:lnTo>
                <a:lnTo>
                  <a:pt x="1817555" y="1817555"/>
                </a:lnTo>
                <a:lnTo>
                  <a:pt x="0" y="1817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08506" y="7153022"/>
            <a:ext cx="1528525" cy="1528525"/>
          </a:xfrm>
          <a:custGeom>
            <a:avLst/>
            <a:gdLst/>
            <a:ahLst/>
            <a:cxnLst/>
            <a:rect r="r" b="b" t="t" l="l"/>
            <a:pathLst>
              <a:path h="1528525" w="1528525">
                <a:moveTo>
                  <a:pt x="0" y="0"/>
                </a:moveTo>
                <a:lnTo>
                  <a:pt x="1528525" y="0"/>
                </a:lnTo>
                <a:lnTo>
                  <a:pt x="1528525" y="1528525"/>
                </a:lnTo>
                <a:lnTo>
                  <a:pt x="0" y="152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28188" y="6938593"/>
            <a:ext cx="1564157" cy="1624637"/>
          </a:xfrm>
          <a:custGeom>
            <a:avLst/>
            <a:gdLst/>
            <a:ahLst/>
            <a:cxnLst/>
            <a:rect r="r" b="b" t="t" l="l"/>
            <a:pathLst>
              <a:path h="1624637" w="1564157">
                <a:moveTo>
                  <a:pt x="0" y="0"/>
                </a:moveTo>
                <a:lnTo>
                  <a:pt x="1564156" y="0"/>
                </a:lnTo>
                <a:lnTo>
                  <a:pt x="1564156" y="1624637"/>
                </a:lnTo>
                <a:lnTo>
                  <a:pt x="0" y="1624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032" b="-112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7537" y="2752817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oject folder tracked by Git.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68445" y="5187644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ved snapshot of changes.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5708" y="4777740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rallel version of code.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0297" y="2048811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37517" y="4605655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Commit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77231" y="4124960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Branch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41970" y="226259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Merge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91183" y="2965225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ombine branches together.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0" y="1458261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0" y="9258300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7537" y="650541"/>
            <a:ext cx="6968803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Common Git Commands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57537" y="2752817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Ini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tialize repository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04026" y="4170550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Ch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eck file status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36425" y="5773857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Stag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297" y="2048811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git init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37517" y="3507570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git status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53184" y="5086350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git add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63729" y="6982071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git commit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49834" y="7640678"/>
            <a:ext cx="423816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Sav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changes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0" y="9258300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1458261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831" y="2763421"/>
            <a:ext cx="477955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9"/>
              </a:lnSpc>
              <a:spcBef>
                <a:spcPct val="0"/>
              </a:spcBef>
            </a:pPr>
            <a:r>
              <a:rPr lang="en-US" b="true" sz="3399" spc="33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7661" y="3844184"/>
            <a:ext cx="7342398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Git is es</a:t>
            </a: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sential for modern software development.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Improves productivity and collaboration.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Used in academics, startups, and enterprises.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-2049683" y="1458261"/>
            <a:ext cx="10050683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1708818" y="8666374"/>
            <a:ext cx="9709818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2049683" y="1458261"/>
            <a:ext cx="21759394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>
            <a:off x="0" y="1458261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258300"/>
            <a:ext cx="182880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DAG7rH3_HHQ</dc:identifier>
  <dcterms:modified xsi:type="dcterms:W3CDTF">2011-08-01T06:04:30Z</dcterms:modified>
  <cp:revision>1</cp:revision>
  <dc:title>White Beige and Brown Simple Minimalist Clean Final Project Presentation</dc:title>
</cp:coreProperties>
</file>